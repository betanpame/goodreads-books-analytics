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Phase 05 · Step 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SQL vs pandas verification summary</a:t>
            </a:r>
          </a:p>
          <a:p>
            <a:r>
              <a:t>Notes: docs/phase-05-step-03-task-01-notes.md</a:t>
            </a:r>
          </a:p>
          <a:p>
            <a:r>
              <a:t>Automation: scripts/Invoke-Phase05ComparisonRefresh.ps1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Refresh dockerized Python + Postgres stack</a:t>
            </a:r>
          </a:p>
          <a:p>
            <a:pPr/>
            <a:r>
              <a:t>Reload curated books_clean table for canonical metrics</a:t>
            </a:r>
          </a:p>
          <a:p>
            <a:pPr/>
            <a:r>
              <a:t>Run sql_vs_pandas_compare CLI and capture artifacts</a:t>
            </a:r>
          </a:p>
          <a:p>
            <a:pPr/>
            <a:r>
              <a:t>Regenerate comparison_summary.png for visuals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M1_top_authors_by_weighted_rating: 15 SQL vs 15 pandas rows • mismatches 0 (Match)</a:t>
            </a:r>
          </a:p>
          <a:p>
            <a:pPr/>
            <a:r>
              <a:t>M3_top_books_by_ratings_count: 20 SQL vs 20 pandas rows • mismatches 0 (Match)</a:t>
            </a:r>
          </a:p>
          <a:p>
            <a:pPr/>
            <a:r>
              <a:t>M4_top_books_by_text_reviews: 20 SQL vs 20 pandas rows • mismatches 0 (Match)</a:t>
            </a:r>
          </a:p>
          <a:p>
            <a:pPr/>
            <a:r>
              <a:t>M7_average_rating_by_year: 70 SQL vs 70 pandas rows • mismatches 0 (Match)</a:t>
            </a:r>
          </a:p>
          <a:p>
            <a:pPr/>
            <a:r>
              <a:t>M8_median_ratings_count_by_year: 70 SQL vs 70 pandas rows • mismatches 0 (Match)</a:t>
            </a:r>
          </a:p>
          <a:p>
            <a:pPr/>
            <a:r>
              <a:t>M9_language_rating_summary: 6 SQL vs 6 pandas rows • mismatches 0 (Match)</a:t>
            </a:r>
          </a:p>
          <a:p>
            <a:pPr/>
            <a:r>
              <a:t>M11_duplicate_share: 1 SQL vs 1 pandas rows • mismatches 0 (Match)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checkpoint</a:t>
            </a:r>
          </a:p>
        </p:txBody>
      </p:sp>
      <p:pic>
        <p:nvPicPr>
          <p:cNvPr id="3" name="Picture 2" descr="comparis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5548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